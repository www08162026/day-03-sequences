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使用者是家庭能源研究小组；强调按时间顺序、不能随机打乱。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MAE 0.794→0.577 kW；但高需求召回更差——平均误差改善不等于突增提示可靠。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585216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530352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530352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0" y="612648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512064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512064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603504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603504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521208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521208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612648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612648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30352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530352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0" y="594360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0" y="5943600"/>
            <a:ext cx="1218895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4630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预测下一小时家庭用电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08960"/>
            <a:ext cx="9692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4D8"/>
                </a:solidFill>
                <a:latin typeface="Microsoft YaHei"/>
              </a:rPr>
              <a:t>家庭能源研究小组需要按时间顺序比较持续性基线与随机森林，预测下一小时平均功率，同时报告 MAE 与最大误差。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77840"/>
            <a:ext cx="4572000" cy="73152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3262B"/>
                </a:solidFill>
                <a:latin typeface="Microsoft YaHei"/>
              </a:rPr>
              <a:t>D3 · 时间序列回归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2E33"/>
                </a:solidFill>
                <a:latin typeface="Microsoft YaHei"/>
              </a:rPr>
              <a:t>方法：真实输入 · 持续性基线 · 随机森林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34747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3474720" cy="10972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E33"/>
                </a:solidFill>
                <a:latin typeface="Microsoft YaHei"/>
              </a:rPr>
              <a:t>真实输入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UCI Household Power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2,075,259 分钟记录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150,000 行 → 2,501 小时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2006-12 至 2007-03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34747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474720" cy="10972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E33"/>
                </a:solidFill>
                <a:latin typeface="Microsoft YaHei"/>
              </a:rPr>
              <a:t>简单基线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持续性基线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下一小时=上一小时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MAE 0.794 kW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高需求召回 0.184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371600"/>
            <a:ext cx="34747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3474720" cy="10972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E33"/>
                </a:solidFill>
                <a:latin typeface="Microsoft YaHei"/>
              </a:rPr>
              <a:t>候选方法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随机森林（固定种子）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lag_1/2/3/24 + 时刻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前 80% 训练后 20% 测试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2B2E33"/>
                </a:solidFill>
                <a:latin typeface="Microsoft YaHei"/>
              </a:rPr>
              <a:t>只用过去信息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solidFill>
            <a:srgbClr val="E7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2B2E33"/>
                </a:solidFill>
                <a:latin typeface="Microsoft YaHei"/>
              </a:rPr>
              <a:t>特征只用过去（lag_1/2/3/24 + hour_of_day）；前 80% 训练、后 20% 测试。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7132320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0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6583679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6583679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0" y="7406640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7406640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6400800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6400800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7315200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7315200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6492240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6492240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7406640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7406640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6583679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6583679"/>
            <a:ext cx="1371600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0" y="7223759"/>
            <a:ext cx="128016" cy="128016"/>
          </a:xfrm>
          <a:prstGeom prst="ellipse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0" y="7223759"/>
            <a:ext cx="1218895" cy="18288"/>
          </a:xfrm>
          <a:prstGeom prst="rect">
            <a:avLst/>
          </a:prstGeom>
          <a:solidFill>
            <a:srgbClr val="E9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2E33"/>
                </a:solidFill>
                <a:latin typeface="Microsoft YaHei"/>
              </a:rPr>
              <a:t>一条最重要的证据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1371600"/>
            <a:ext cx="6217920" cy="4480560"/>
          </a:xfrm>
          <a:prstGeom prst="rect">
            <a:avLst/>
          </a:prstGeom>
          <a:solidFill>
            <a:srgbClr val="2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B134"/>
                </a:solidFill>
                <a:latin typeface="Microsoft YaHei"/>
              </a:rPr>
              <a:t>主指标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2860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MAE 0.577 kW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RMSE 0.791 kW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496 小时测试区间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高需求漏报 33 次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Microsoft YaHei"/>
              </a:rPr>
              <a:t>最大误差 3.06 kW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371600"/>
            <a:ext cx="4114800" cy="4480560"/>
          </a:xfrm>
          <a:prstGeom prst="rect">
            <a:avLst/>
          </a:prstGeom>
          <a:solidFill>
            <a:srgbClr val="FBF4DE"/>
          </a:solidFill>
          <a:ln w="190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07E12"/>
                </a:solidFill>
                <a:latin typeface="Microsoft YaHei"/>
              </a:rPr>
              <a:t>真实案例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28600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2007-03-11 12:00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实际 3.31 kW 高需求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预测 0.91 kW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largest_errors.csv 第 3 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740664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0664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685800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685800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0" y="768096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768096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667512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667512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0" y="758952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758952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676656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676656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768096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768096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685800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6858000"/>
            <a:ext cx="1371600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0" y="7498080"/>
            <a:ext cx="128016" cy="128016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0" y="7498080"/>
            <a:ext cx="1218895" cy="18288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失败、限制与下一问题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1645920"/>
            <a:ext cx="3474720" cy="4480560"/>
          </a:xfrm>
          <a:prstGeom prst="rect">
            <a:avLst/>
          </a:prstGeom>
          <a:solidFill>
            <a:srgbClr val="FBE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1645920"/>
            <a:ext cx="3474720" cy="4572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E33"/>
                </a:solidFill>
                <a:latin typeface="Microsoft YaHei"/>
              </a:rPr>
              <a:t>一个真实失败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4688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高需求时段漏报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用电突升无法预见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平均误差掩盖大错误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645920"/>
            <a:ext cx="3474720" cy="4480560"/>
          </a:xfrm>
          <a:prstGeom prst="rect">
            <a:avLst/>
          </a:prstGeom>
          <a:solidFill>
            <a:srgbClr val="E4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1645920"/>
            <a:ext cx="3474720" cy="4572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E33"/>
                </a:solidFill>
                <a:latin typeface="Microsoft YaHei"/>
              </a:rPr>
              <a:t>证据不支持什么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4688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单户≠全户规律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不用于电网控制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不用于安全告警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645920"/>
            <a:ext cx="3474720" cy="4480560"/>
          </a:xfrm>
          <a:prstGeom prst="rect">
            <a:avLst/>
          </a:prstGeom>
          <a:solidFill>
            <a:srgbClr val="F2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645920"/>
            <a:ext cx="3474720" cy="457200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E33"/>
                </a:solidFill>
                <a:latin typeface="Microsoft YaHei"/>
              </a:rPr>
              <a:t>下一项最小检查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4688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扩大训练窗口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尝试更多滞后特征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2B2E33"/>
                </a:solidFill>
                <a:latin typeface="Microsoft YaHei"/>
              </a:rPr>
              <a:t>检查每周作息冲突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9C4B4"/>
                </a:solidFill>
                <a:latin typeface="Microsoft YaHei"/>
              </a:rPr>
              <a:t>单户历史 ≠ 全户规律；不用于电网控制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